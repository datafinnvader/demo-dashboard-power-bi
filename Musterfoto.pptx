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33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2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538467-68B9-4EF4-A9D3-81669773F5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DF2560A-7424-DD32-4648-947806EAC7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24C9159-0FCD-7AA2-B050-5CC1F8A34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767C5-6187-416C-9939-DED120BDA5B3}" type="datetimeFigureOut">
              <a:rPr lang="de-DE" smtClean="0"/>
              <a:t>31.05.2026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C9784D0-60A4-396B-BB87-CABDB57C3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EB48A5-5779-0ABA-0FC3-D5B683371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D9564-3B17-4BC2-9975-7B96A814F3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7824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7B1B82-915D-70D9-D756-9EE67EABC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6FA1B33-FC90-A22F-E99A-1AC4ECD23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BFF492-D342-5BF2-8F0B-2A72FBFFE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767C5-6187-416C-9939-DED120BDA5B3}" type="datetimeFigureOut">
              <a:rPr lang="de-DE" smtClean="0"/>
              <a:t>31.05.2026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E15C441-2AAC-004F-4269-043489016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A43319-A6A1-F6C7-0EC3-CA8300FEC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D9564-3B17-4BC2-9975-7B96A814F3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2481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C32FC1-7459-11B5-69D3-E6146AC3C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DD0CD6B-DBC6-9458-D5A5-6D5ABA3F0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57533F2-F4B0-180B-B4D3-7FF4E984D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767C5-6187-416C-9939-DED120BDA5B3}" type="datetimeFigureOut">
              <a:rPr lang="de-DE" smtClean="0"/>
              <a:t>31.05.2026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4DE8DBE-0D0B-4DFA-D85F-F4724BE79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294109-0C38-4274-0C09-83007489D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D9564-3B17-4BC2-9975-7B96A814F3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6588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83B0D5-992B-54D5-5A68-5D54E8DEB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8D2D3DB-E1E3-094B-23FB-6DAA822B2F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5A7D1A2-1D46-95CD-3FE2-279780F6B7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B52C0C-916E-2F97-FE65-5E6827849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767C5-6187-416C-9939-DED120BDA5B3}" type="datetimeFigureOut">
              <a:rPr lang="de-DE" smtClean="0"/>
              <a:t>31.05.2026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5EF6A78-6F3A-BCD3-FD25-974955312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6C05297-B9C0-B9E8-A799-7FDB11320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D9564-3B17-4BC2-9975-7B96A814F3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3305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6DA99E-9063-F1FC-BF2E-19D6F573F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2E2041F-0097-5AAB-DCB6-6D141B42D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537EBEC-C8EB-3A28-1DCC-CC3450B126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6324D8B-156C-FA51-E315-99ECFF6DF8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9EEC5AF-D2F2-3562-431A-01A8467F69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0A25D6A-2C75-3A22-5F65-ED41B7C46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767C5-6187-416C-9939-DED120BDA5B3}" type="datetimeFigureOut">
              <a:rPr lang="de-DE" smtClean="0"/>
              <a:t>31.05.2026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2115B37-678B-1124-2AFC-3D023FE28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D54A7D4-6834-1086-A92D-C36679272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D9564-3B17-4BC2-9975-7B96A814F3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1644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F679E9-323D-4A8E-6418-512A8866E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DA1980C-3D08-21C1-AD51-FDE8BAB46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767C5-6187-416C-9939-DED120BDA5B3}" type="datetimeFigureOut">
              <a:rPr lang="de-DE" smtClean="0"/>
              <a:t>31.05.2026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2E5D21-8B58-6D6F-95B0-D592CCD67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686136C-FDC3-E355-B4B7-61D2F5A12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D9564-3B17-4BC2-9975-7B96A814F3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477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0733636-A7BE-A613-E8B6-C348DB0DA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767C5-6187-416C-9939-DED120BDA5B3}" type="datetimeFigureOut">
              <a:rPr lang="de-DE" smtClean="0"/>
              <a:t>31.05.2026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F1B3A10-C489-34DB-9629-C9DDDE3D6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F56B504-3A98-6A62-1E0E-37B83A152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D9564-3B17-4BC2-9975-7B96A814F3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599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F19C18-4918-31D2-B0BE-7EA72AAC4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F0DA8A-979E-7DBD-72AE-28BF2A68E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41AD384-7201-A217-AC03-AE980797C0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6ED417F-CB0A-7154-523B-1AD771637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767C5-6187-416C-9939-DED120BDA5B3}" type="datetimeFigureOut">
              <a:rPr lang="de-DE" smtClean="0"/>
              <a:t>31.05.2026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C86713E-DBF0-F910-AF7B-B942C4947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443F8DA-6C7D-6446-8F44-B16F9671D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D9564-3B17-4BC2-9975-7B96A814F3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104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0C788B-4B4C-BBB8-70CA-7FA6C069D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5BC265E-4661-9CB3-EAC7-DC4198F39E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8152E09-F375-CC52-5DE3-B381AF0595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7B5999-3812-1067-725F-661A1C544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767C5-6187-416C-9939-DED120BDA5B3}" type="datetimeFigureOut">
              <a:rPr lang="de-DE" smtClean="0"/>
              <a:t>31.05.2026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E6C5D3E-E420-545D-E433-18F638526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E56FFC2-6DC2-BF5B-9BC8-EDC30C149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D9564-3B17-4BC2-9975-7B96A814F3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4643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09D74D-1881-29F2-936A-55778F6F2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B909681-0A10-1D0F-C3E7-9A65E546A3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D35AAB-9BB7-7752-A03A-A22AC5382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767C5-6187-416C-9939-DED120BDA5B3}" type="datetimeFigureOut">
              <a:rPr lang="de-DE" smtClean="0"/>
              <a:t>31.05.2026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156B64-883A-8350-0004-3D01C4E1D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764D828-71E5-1FAF-3FAF-2EABD5AF6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D9564-3B17-4BC2-9975-7B96A814F3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7651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B073513-240A-FF7B-4678-3A3A031F59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36B5CA4-DB99-B737-9CD4-2A21ABE41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A2287BA-F580-0F66-13BB-1002974D1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767C5-6187-416C-9939-DED120BDA5B3}" type="datetimeFigureOut">
              <a:rPr lang="de-DE" smtClean="0"/>
              <a:t>31.05.2026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5CE8087-FB99-FA10-4503-AE7A81AF6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5833F14-EAA6-E017-E211-46FA80874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D9564-3B17-4BC2-9975-7B96A814F3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6073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1A06812-58A8-E0DA-8098-91775690D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FCC9830-87CA-EE30-0F73-7A180690D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383F96-6018-FEF8-5C00-1588DE68F9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3767C5-6187-416C-9939-DED120BDA5B3}" type="datetimeFigureOut">
              <a:rPr lang="de-DE" smtClean="0"/>
              <a:t>31.05.2026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E965C8-3DC5-3AB7-DAC7-AF616F8A31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C533E6C-BC97-C089-B9FB-AB4923A7CA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3D9564-3B17-4BC2-9975-7B96A814F3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9428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6557BFB0-2250-447D-7485-3528E7965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408" y="0"/>
            <a:ext cx="3504175" cy="3969729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772671BC-1D36-A2D1-4379-CC968BF08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69729"/>
            <a:ext cx="3903702" cy="2883341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1787532-BA9D-0006-9CC6-B021302674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3702" y="3969730"/>
            <a:ext cx="3168766" cy="1240626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33DD6D13-B2F7-B209-2E49-0DE01F2B34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3703" y="5231307"/>
            <a:ext cx="1625830" cy="885104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19432CFC-910A-3203-6239-B100017C49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056"/>
            <a:ext cx="7056408" cy="396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348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Finn Wulbrandt</dc:creator>
  <cp:lastModifiedBy>Finn Wulbrandt</cp:lastModifiedBy>
  <cp:revision>2</cp:revision>
  <dcterms:created xsi:type="dcterms:W3CDTF">2026-05-30T17:59:14Z</dcterms:created>
  <dcterms:modified xsi:type="dcterms:W3CDTF">2026-05-31T09:11:47Z</dcterms:modified>
</cp:coreProperties>
</file>